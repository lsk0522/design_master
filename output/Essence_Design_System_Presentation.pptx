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Essence Design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71750"/>
            <a:ext cx="64008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글로벌 기업의 장점만 통합한 나만의 디자인 기준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18897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Essence인가?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시스템마다 철학·토큰·컴포넌트 제각각 → 재사용 불가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11758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접근성·다크모드·반응형 후처리 → 기술 부채 누적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20645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디자이너-개발자 핸드오프 마찰 → 배포 지연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129533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일관성 유지 비용 과다 → 스케일 불가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Essence의 해답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기업(Apple, Samsung, NVIDIA, Ferrari, Discord, Google, Meta, Tesla, Microsoft) 장점만 추출·통합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110173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Primitive → Semantic → Component → Theme 4단계 토큰 체계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19164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Extract + CSS Variables = 제로 런타임 + 타입 안전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7311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Radix UI 래핑으로 접근성 100% 내장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35459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↔ Code 양방향 동기화로 단일 진실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핵심 철학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Essentialism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4018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본질주의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954530"/>
            <a:ext cx="7315200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1457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First Principles + HIG</a:t>
            </a:r>
            <a:endParaRPr lang="en-US" sz="2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"복잡성을 해결한 단순함만 남긴다"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Emotional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4018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기능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954530"/>
            <a:ext cx="7315200" cy="18288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1457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 follows Feeling</a:t>
            </a:r>
            <a:endParaRPr lang="en-US" sz="2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"기능이 형태를, 감정이 경험을 결정한다"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Precision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4018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정밀함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954530"/>
            <a:ext cx="7315200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1457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Tokens + Contracts</a:t>
            </a:r>
            <a:endParaRPr lang="en-US" sz="2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"토큰에서 패턴까지 단일 진실"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Inclusive Craft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44018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포용적 장인정신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954530"/>
            <a:ext cx="7315200" cy="1828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1457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Accessibility at Design-time</a:t>
            </a:r>
            <a:endParaRPr lang="en-US" sz="2200" dirty="0"/>
          </a:p>
          <a:p>
            <a:pPr indent="0" marL="0">
              <a:lnSpc>
                <a:spcPts val="15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"접근성은 후처리가 아닌 설계부터"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디자인 원칙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1525"/>
            <a:ext cx="73152000" cy="731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7280" y="925830"/>
            <a:ext cx="68580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Intentional Minimalism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800225"/>
            <a:ext cx="6858000" cy="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요소는 존재 이유를 가진다</a:t>
            </a:r>
            <a:endParaRPr lang="en-US" sz="2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Props·변형 최소화, 하드코딩 금지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1525"/>
            <a:ext cx="73152000" cy="731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7280" y="925830"/>
            <a:ext cx="68580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Feeling-Driven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800225"/>
            <a:ext cx="6858000" cy="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감정이 사용성을 이끈다</a:t>
            </a:r>
            <a:endParaRPr lang="en-US" sz="2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시맨틱 컬러·모션·마이크로카피로 감정 신호 체계화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1525"/>
            <a:ext cx="73152000" cy="731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7280" y="925830"/>
            <a:ext cx="68580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Systematic Coherence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800225"/>
            <a:ext cx="6858000" cy="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토큰에서 패턴까지 단일 진실</a:t>
            </a:r>
            <a:endParaRPr lang="en-US" sz="2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Theo 파이프라인·Figma 동기화·브레이킹 체인지 감지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1525"/>
            <a:ext cx="73152000" cy="731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7280" y="925830"/>
            <a:ext cx="68580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Radical Adaptability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800225"/>
            <a:ext cx="6858000" cy="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디바이스/테마/로케일/능력 무한 적응</a:t>
            </a:r>
            <a:endParaRPr lang="en-US" sz="2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 Variables + 컨테이너 쿼리 + RTL 네이티브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1525"/>
            <a:ext cx="73152000" cy="731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97280" y="925830"/>
            <a:ext cx="68580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Crafted for All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800225"/>
            <a:ext cx="6858000" cy="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접근성과 품질은 타협하지 않는다</a:t>
            </a:r>
            <a:endParaRPr lang="en-US" sz="2400" dirty="0"/>
          </a:p>
          <a:p>
            <a:pPr indent="0" marL="0">
              <a:lnSpc>
                <a:spcPts val="1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WCAG AA 기준, 설계 단계부터 키보드/스크린리더 시나리오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아키텍처: 4단계 레이어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17220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Primitive → Semantic → Component → Theme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31570"/>
            <a:ext cx="192024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2E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34440"/>
            <a:ext cx="19202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Primitive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원시값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5453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Color(13 hue × 11 step)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1457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Spacing(4px base)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7462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Typography(Inter)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3466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Border/Radius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9471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Motion/Easing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5475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Elevation/Z-index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Breakpoints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2057400"/>
            <a:ext cx="27432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CC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651760" y="1131570"/>
            <a:ext cx="192024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1234440"/>
            <a:ext cx="19202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의미론적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195453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Color roles(primary/surface/text)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31457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Spacing context(inline/stack/section)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67462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Typography scale(display/body/label)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03466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Border variants(input/card/button)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339471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Motion intent(enter/exit/hover)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2057400"/>
            <a:ext cx="27432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CC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754880" y="1131570"/>
            <a:ext cx="192024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234440"/>
            <a:ext cx="19202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Component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195453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Button(variant/state/size)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31457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Input(state/size)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67462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Card/Dialog/Toast...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03466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Theme-overridable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2057400"/>
            <a:ext cx="27432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6CC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858000" y="1131570"/>
            <a:ext cx="1920240" cy="3343275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25400" dir="16200000">
              <a:srgbClr val="00000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1234440"/>
            <a:ext cx="19202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오버라이드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40880" y="195453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Light / Dark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31457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High Contrast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2674620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Brand Customization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034665"/>
            <a:ext cx="155448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CSS Variables 출력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스택: 검증된 도구만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17220"/>
            <a:ext cx="731520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도구만, 트레이드오프 문서화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Package Manager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102870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102870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모노레포 최적, 디스크 효율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26015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3731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Monorepo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133731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Turborepo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133731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캐싱·병렬 실행·원격 캐시 무료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56876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4592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Language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164592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 5 strict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164592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안전 토큰-컴포넌트 직결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187737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95453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195453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tsup (esbuild)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95453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ESM/CJS 동시, 제로 설정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218598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26314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Styling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226314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Extract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0" y="226314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 런타임, 타입 안전, CSS Var 네이티브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249459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7175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Primitives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60320" y="257175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Radix UI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9120" y="257175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완성도 최고, 헤드리스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280320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88036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60320" y="288036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Motion One (WAAPI)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89120" y="288036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초경량, 리듀스드 모션 네이티브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311181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8897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Tokens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60320" y="318897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Theo (Amazon)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89120" y="318897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포맷 출력, TS 타입 생성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" y="342042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49758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560320" y="349758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Vitest + Playwright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89120" y="349758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단위/E2E/비주얼 통합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31520" y="372903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80619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560320" y="380619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Storybook 8 + VitePress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89120" y="380619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탐색·상호작용 테스트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31520" y="403764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411480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560320" y="411480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89120" y="411480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Lint/Typecheck/Build/A11y/Release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31520" y="4346258"/>
            <a:ext cx="7680960" cy="914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42341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Release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560320" y="4423410"/>
            <a:ext cx="1828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Changesets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89120" y="4423410"/>
            <a:ext cx="411480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 기반 버저닝·체인지로그 자동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라이브러리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구현 완료 (Core 8종)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Box — 레이아웃 프리미티브 (Flex/Grid/Space/Color 토큰 직결)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1027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Button — 5 Variant × 5 Size × Loading/Icon/FullWidth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76833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— Label/Hint/Error/Left-Right Element + 접근성 완비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25089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— Radix 래핑, 검색/그룹/비동기 옵션 지원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249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Card — Header/Title/Description/Content/Footer 컴포지션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39903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Dialog — Portal/Overlay/FocusTrap/Size(5종)/Close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47309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Toast — Provider/Viewport/5 Variant/진행바/액션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547165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Icons — 15종 SVG (Chevron/Close/Check/Loader/Search/Menu/Home/User/Settings/Bell/Alert/Info)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예정 (50+)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Form: Checkbox, Radio, Switch, Slider, Textarea, Combobox, DatePicker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1027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Navigation: Tabs, Breadcrumb, Pagination, Stepper, Sidebar, Navbar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76833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Data: Table, DataGrid(Virtualized), Tree, List, Avatar, Badge, Tag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25089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Feedback: Tooltip, Popover, Modal, Drawer, Sheet, Skeleton, Spinner, Progress, Alert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249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Layout: Grid, Container, Divider, AspectRatio, ScrollArea, Separator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vs After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핸드오프·품질·속도 비교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31570"/>
            <a:ext cx="1828800" cy="3657600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1131570"/>
            <a:ext cx="3200400" cy="3657600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60720" y="1131570"/>
            <a:ext cx="3200400" cy="3657600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40180"/>
            <a:ext cx="18288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관리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144018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소스 (Theo)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144018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하드코딩/Figma 수동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97355"/>
            <a:ext cx="18288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다크모드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169735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 Variables 네이티브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169735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스타일 작성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1954530"/>
            <a:ext cx="18288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195453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Radix 내장 + 설계 단계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195453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후처리/누락 다수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211705"/>
            <a:ext cx="18288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221170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1일 (4테마)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221170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수주 소요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2468880"/>
            <a:ext cx="18288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안전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60320" y="246888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토큰→컴포넌트 직결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60720" y="246888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any 타입 남발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2726055"/>
            <a:ext cx="18288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속도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272605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tsup (esbuild)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272605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Webpack/롤업 느림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2983230"/>
            <a:ext cx="18288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60320" y="298323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Storybook + 자동 API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983230"/>
            <a:ext cx="3200400" cy="365760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위키/노션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3240405"/>
            <a:ext cx="18288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릴리즈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60320" y="324040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Changesets 자동화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60720" y="3240405"/>
            <a:ext cx="3200400" cy="3657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버저닝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지표 (KPI)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가능한 목표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5875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63028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온보딩 시간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568768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30분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34553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재사용률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340293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80%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828925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906077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자동 통과율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111818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(WCAG AA)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3600450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677603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디자인-개발 핸드오프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883343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Zero Friction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37760" y="1285875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363028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 비용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568768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1일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37760" y="2057400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134553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 사이즈 (core)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2340293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 50KB gz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937760" y="2828925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2906077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안전성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111818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 (no any)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937760" y="3600450"/>
            <a:ext cx="3840480" cy="668655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90500" dist="38100" dir="162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3677603"/>
            <a:ext cx="3291840" cy="2743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커버리지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3883343"/>
            <a:ext cx="3291840" cy="3200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90%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로드맵: 6단계 8주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  Week 1-2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원칙 확정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스택 결정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6601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레포/CI 설정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  Week 2-3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Tokens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Primitive/Semantic/Theme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Theo 파이프라인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6601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Figma 동기화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  Week 3-6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60+ 컴포넌트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Storybook/테스트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6601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문서화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  Week 5-6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Patterns &amp; Layouts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Form/Nav/Data/Layout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반응형 패턴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4  Week 6-7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Theming/Icons/Motion/i18n/A11y Kit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5  Week 7-8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&amp; Docs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리뷰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기여 가이드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6601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VitePress 사이트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1435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6  Week 8+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8700"/>
            <a:ext cx="768096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&amp; Launch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54305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Dogfooding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5453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A11y 감사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36601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성능 벤치마크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777490"/>
            <a:ext cx="6949440" cy="45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v1.0.0 릴리즈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&amp; 대응 전략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리스크와 완화 방안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확장(Scope Creep) — High/High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9952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Phase별 DoD 엄수, "Out of Scope" 명시, 새 요구사항은 백로그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17035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토큰-컴포넌트 타입 불일치 — Medium/High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4117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Theo + TypeScript 제네릭으로 타입 자동 생성, CI에서 검증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312004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Radix UI 의존성 리스크 — Low/Medium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38283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래퍼 레이어로 캡슐화, Headless UI 마이그레이션 경로 준비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45365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Figma-코드 동기화 드리프트 — Medium/Medium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52448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CI에서 토큰/컴포넌트 해시 비교, 불일치 시 경고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59530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회귀 — Medium/High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666134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axe-core PR 게이트, 월 1회 수동 감사, 분기 사용자 테스트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시작하기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로컬에서 바로 실행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1. 의존성 설치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091194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corepack enable &amp;&amp; corepack prepare pnpm@latest --activate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153687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install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16181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78674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2. 토큰 빌드 (CSS Variables + TS 타입 생성)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34116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build:tokens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403661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466155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3. 전체 빌드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52864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59114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653635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4. 개발 모드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171612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dev              # 토큰 watch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177862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storybook        # http://localhost:6006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184111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190360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5. 품질 검증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1966103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pnpm lint &amp;&amp; pnpm typecheck &amp;&amp; pnpm test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저장소 &amp; 기여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98323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GitHub: github.com/lsk0522/Design_Master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743200" cy="2743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28700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브랜치 보호 + PR 필수 리뷰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1027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Conventional Commits (feat/fix/docs/refactor/chore)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76833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Changesets로 버저닝·체인지로그 자동화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250899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Actions: Lint → Typecheck → Test → Build → A11y → Release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324966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공개 패키지: @essence/tokens, @essence/core, @essence/react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399032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473098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 환영: Good First Issue 라벨 10개 준비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547165"/>
            <a:ext cx="7315200" cy="3657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Discord/Slack 커뮤니티 운영 예정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Essence Design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71750"/>
            <a:ext cx="6400800" cy="54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복잡성을 해결한 단순함,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감정이 기능을 입히고,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기술이 경험을 구현하며,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C8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시스템이 확장을 보장한다.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188970"/>
            <a:ext cx="1828800" cy="365760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2026-09-16T03:53:59Z</dcterms:created>
  <dcterms:modified xsi:type="dcterms:W3CDTF">2026-09-16T03:53:59Z</dcterms:modified>
</cp:coreProperties>
</file>